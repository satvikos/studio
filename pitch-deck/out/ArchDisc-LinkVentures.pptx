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-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-plat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-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demo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476500" y="1809750"/>
            <a:ext cx="7239000" cy="40767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-w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-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-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-gt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-quo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ArchDisc — Investor Pitch</dc:title>
  <dc:subject/>
  <dc:creator>Satvik Adyanthaya · Jeff Munkondaya</dc:creator>
  <cp:keywords/>
  <dc:description>ClawComp x Link Ventures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