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-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-vi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-wh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-mark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-platf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-for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-stud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-arch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-moa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-mo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1-tra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2-t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3-a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ArchDisc — Investor Pitch</dc:title>
  <dc:subject/>
  <dc:creator>Satvik Adyanthaya · Jeff Munkondaya</dc:creator>
  <cp:keywords/>
  <dc:description>ClawComp · presented at Link Ventures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